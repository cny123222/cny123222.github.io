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小陈</cp:lastModifiedBy>
  <cp:revision>164</cp:revision>
  <dcterms:created xsi:type="dcterms:W3CDTF">2025-12-24T03:22:38Z</dcterms:created>
  <dcterms:modified xsi:type="dcterms:W3CDTF">2025-12-24T03:22:38Z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A5B61AC3DD54D09A785C4B69DF79B2DB_41</vt:lpwstr>
  </property>
</Properties>
</file>